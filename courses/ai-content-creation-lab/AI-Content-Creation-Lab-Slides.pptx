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screen from 6:45am. Greet each person by name. Ask them to type their AI tool into chat. Start at 7:00 sharp. Guide: Module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Welcome, then The tool question. Not a webinar. Most of the day the only sound is typing.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block ends with something built, not something learned. Point at the working lunch: it is a work block with a one-on-one, not a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Three rules, then How to get help. The fix for most stuck moments is a new conversation with the Context Block pasted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first on the demo business. Hard stop at 60 seconds. Write each person's "want more of" in your notes; you use them in every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Guide: Module 1 opening. Run the blank-prompt demo on screen, then the Context Block demo. Two minutes each. Do not explain the Context Block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Why AI content sounds like nobody. Then the two demos. This module gets all five out of their heads and into 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invented demographics ("busy professionals aged 35 to 55"). Delete anything the machine invented. Debrief questions are in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tool asks all twelve questions at once: "One question at a time. Ask the first one." Two-minute warning at 8:12.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samples? A 90-second voicemail to a customer, transcribed by the phone. Push for concrete rules: "Starts with the problem." "Never says utilize."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Cameras can go off. Be back on time; start on time even if one person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Re-entry question: hands up if the machine called your voice "warm and professional." Hands up if you kept that rule. Deleting what could describe anyone is the whole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Trades and local services usually land on Facebook or Instagram. Consultants and founders land on LinkedIn. Do not overrule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until four or five pillars with at least four topics each. The overflowing pillar is the one customers care about most; post from it twice as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minutes to assemble, ten to test with P5, five to add what the critique flagged. Check every screen: voice rules pasted in full, "do not invent facts" still there, platform matches 9:20.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Why plan before drafting. Twenty full posts, ten quick posts. Quick posts are the ones that get comments and the ones you can do 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Copying thirty rows takes longer than people expect. Slow? Copy day, pillar, and F or Q only. If the tool front-loads quick posts or repeats pillars, ask it to redo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slot order by who looked most stuck this morning; they go first. The 8-minute one-on-one script is in the guide: three questions, do not fix their content for them. Two-minute warning at 11:43.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Re-entry: "Who has a draft that sounds like a robot? Read it to us." Type the flags into chat in real time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posts: worst, middle, one you think is good. By eye first, then P9 on the worst. Two or more ticks means a rewrite in Lab 4.2. Everyone pastes their new rule into the Context Block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Longest quiet block of the day. Walk the roster at 12:25 and 12:40. Perfectionists: "Three minutes per post. Anything longer goes on the later list." Pair 1 with 2, 3 with 4, 5 with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Cameras can go off. Be back on time; start on time even if one person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Re-entry: everyone holds up the workbook to the camera, open to page 15. Every log has ink on it. Fifty finished posts on this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is willing, have them record the video live and drop it in chat. Count first-line words on your fingers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who has not started quick posts by 1:55 stops full posts and does quick posts now. Early finishers run P14 on two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P12 on the demo business for ninety seconds: five drafts in under a minute. Read back each person's lunch answer about what will stop them. Push for a concrete plan for busy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Why we publish today. Four other people watching is the only way most of us do the scary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every link as it arrives and read the first line to the room. Do not rush this. Scheduling help by platform is in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them yourself if they hesitate, by platform where possible. The fifth person partners with you; give them your number and mean it. Lower and kept beats higher and abandoned.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thirteen boxes on page 20 aloud. Watch cameras for anyone not ticking. Most commonly missed: Prompt Sheet saved somewhere findable, Monday Routine on the calendar. Fix both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offer, then the feedback form link. Wait while they complete it; tomorrow they will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close. Stay on the call until the last person leaves. Follow-up email within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1188720" cy="1188720"/>
          </a:xfrm>
          <a:prstGeom prst="roundRect">
            <a:avLst>
              <a:gd name="adj" fmla="val 1923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Creation Lab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day. Thirty days of content. A system you can run yourself.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business owners, trade professionals, and founders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on Microsoft Teams  |  7:00am to 3:00pm Eastern  |  Five seats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Glenn E. Daniels II  |  Touch Stone Publishers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3:00pm you will have four things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85950" cy="3017520"/>
          </a:xfrm>
          <a:prstGeom prst="roundRect">
            <a:avLst>
              <a:gd name="adj" fmla="val 5818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2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Voice Guide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5201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rules that make any AI tool sound like you, built from how you already write to customers.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71750" y="1325880"/>
            <a:ext cx="1885950" cy="3017520"/>
          </a:xfrm>
          <a:prstGeom prst="roundRect">
            <a:avLst>
              <a:gd name="adj" fmla="val 5818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463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2286000"/>
            <a:ext cx="152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pillars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54630" y="2834640"/>
            <a:ext cx="15201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subjects you return to forever, built from your real jobs and real questions.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885950" cy="3017520"/>
          </a:xfrm>
          <a:prstGeom prst="roundRect">
            <a:avLst>
              <a:gd name="adj" fmla="val 5818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918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286000"/>
            <a:ext cx="152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library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834640"/>
            <a:ext cx="15201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prompts that work in ChatGPT, Claude, and Gemini. One of them refills your calendar every Monday.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00850" y="1325880"/>
            <a:ext cx="1885950" cy="3017520"/>
          </a:xfrm>
          <a:prstGeom prst="roundRect">
            <a:avLst>
              <a:gd name="adj" fmla="val 5818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373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8373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 of posts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834640"/>
            <a:ext cx="15201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full posts and ten quick posts, drafted by the machine and edited by you. One is live before you log off.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34640"/>
                <a:gridCol w="4572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of the day, your one 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Raw Material Bank, Voice 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Pillars and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Platform, pillars, your Context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The 30-Day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ideas on a calendar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Lunch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30 drafts. One-on-one with Glenn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The Human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 detector, edit Weeks 1 and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Multiply and Systemize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formats, Weeks 3 and 4, Monday Routine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Publish and 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one goes live. Your 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built. What happens tomorrow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2651760"/>
          </a:xfrm>
          <a:prstGeom prst="roundRect">
            <a:avLst>
              <a:gd name="adj" fmla="val 4235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people on a screen is a room. Five black squares is 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2651760"/>
          </a:xfrm>
          <a:prstGeom prst="roundRect">
            <a:avLst>
              <a:gd name="adj" fmla="val 4235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59480" y="228600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real business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8346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customers, real jobs, real words. No made-up examples, all 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2651760"/>
          </a:xfrm>
          <a:prstGeom prst="roundRect">
            <a:avLst>
              <a:gd name="adj" fmla="val 4235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5087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78880" y="228600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beats perfect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28346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post you published beats a polished post you never wrote.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 in Teams. Glenn comes to you.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Introductions: sixty seconds each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want more of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off page 3. Do not improvise.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801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seconds. Glenn goes first.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7:08  |  8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7:20 to 8:45  |  Workbook pages 4 to 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 ago the machine knew nothing about you. By the break it knows the three things that matter most.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the machine does not know about you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customer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calls, and at what moment.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5544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want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you want more of.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5544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talk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words. Not "reliable, trusted, family-owned."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137160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5544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know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you answer every week.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137160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5544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believe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guy down the street gets wrong.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nothing and it gives you the average of everything.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7:20  |  15 min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1.1: Customer and Offer Snapshot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1 to 3: who they are, what they are afraid of getting wrong, what you want more of. Eight minutes, fast and plain.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all three into Prompt P1.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anything the machine invented. Write the final paragraph in box 4.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sentence: the moment they go looking for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one person, in one situation, at one moment. Never to a demographic.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naming the person every post is written to, saved in your document.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7:35  |  20 min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1.2: The Raw Material Bank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machine interview you. One question at a time.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areas: questions customers ask, mistakes people make, how you do the work, stories from jobs, what you believe that others do not.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like you are talking to a new hire on the drive to a job. Do not polish.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25 topics to the workbook. Circle your five strongest.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topics have a real detail in them: a number, a part, a thing a customer said.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content topics in your own words, on pages 5 and 6 and in your document.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7:55  |  25 min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1.3: Brand Voice Guide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describe your voice. You show it. Paste three real samples: an email, a text thread, a quote note.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describes your voice, writes eight rules, and lists words that sound like you and words that do not.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Edit. If a rule could describe your competitor, delete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rule to the room: the one that is most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describes. You decide.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voice rules and two word lists that make any AI tool write like you.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8:20  |  25 min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to 9:00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nine sharp. Save your document first.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Pillars, Platform, and the Context Block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to 10:30  |  Workbook pages 8 to 10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this morning goes into one block of text that turns a generic tool into your tool.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2.1: Platform Decision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questions, three columns. Score each 1 to 3.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wins. Ties go to the app you already open without thinking.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platform rules row below the grid. It goes into your lunch prompt.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your platform and the row that decided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is how you end up nowhere. Consistent on one beats scattered on three.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AI. Pen and paper.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next 30 days, and the rules for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  |  15 min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2.2: Content Pillars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pillar is a subject you come back to forever. Every post belongs to one.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are required. Proof: real stories and results. Answers: the questions customers actually ask.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customer paragraph and Raw Material Bank into Prompt P4.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anything a marketing department would say. Then run the three checks.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say the pillar name to a customer at the counter? If not, rename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pillars, each with a plain name and the topics that live in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9:20  |  25 min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2.3: The Context Block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paragraph you paste at the top of every AI conversation, today and every Monday for the rest of your life.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74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my business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best customer  (p.4)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06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more of  (p.4)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971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voice  (p.7)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content pillars  (p.9)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03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platform  (p.8)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no hype, no invented facts, words I hate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4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P0 and P5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Context Block, saved where you can find it in five seconds.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9:50  |  35 min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30-Day Plan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to 11:00  |  Workbook pages 11 and 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separate requests is thirty chances for the machine to drift. Plan thirty ideas first, then draft in batches.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3.1: The 30-Day Idea 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234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to 220 words, one true detail each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question, a photo caption, a one-line tip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 P6 in the same conversation as your test post.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table to pages 11 and 12 in your own words. Kill anything you would not be proud of.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five. Those get edited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ideas on a calendar. No two days in a row from the same pillar.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  |  25 min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Lunch: The Batch Drafting Sprint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with one hand. Draft with the other. You are generating, not editing.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7830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conversation. Paste your Context Block.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945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P7, posts 1 to 10, with your Idea Map.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060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P7 again, posts 11 to 20.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017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P8, all ten quick posts.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290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three drafts. Mark the one that sounds least like you.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One-on-one with Glenn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minutes each, in the Coaching Room. Everyone else keeps drafting.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11:05    ________________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7614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 11:13    ________________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1455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 11:21    ________________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5295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11:29    ________________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 11:37    ________________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 |  45 min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Pass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to 1:00  |  Workbook pages 14 and 15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fail in the same seven ways, every time, for everyone. Once you can see the seven, you can fix a post in ninety seconds.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4.1: The seven red flags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710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71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34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 could open a post for any business in your field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282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916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claim, number, or result you did not give the machine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48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 word, or a word from your never-use list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6060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past 25 words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63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detail: no part, no price, no place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slogan instead of a next step or a question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9776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be embarrassed if a customer knew a machine wrote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pattern, named. One new rule added to your Context Block that prevents it.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11:55  |  20 min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4.2: The Edit Pass, Weeks 1 and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90800" cy="2331720"/>
          </a:xfrm>
          <a:prstGeom prst="roundRect">
            <a:avLst>
              <a:gd name="adj" fmla="val 470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one true detail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price. A part. A street. A thing the customer said. Log it on page 15.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6600" y="1280160"/>
            <a:ext cx="2590800" cy="2331720"/>
          </a:xfrm>
          <a:prstGeom prst="roundRect">
            <a:avLst>
              <a:gd name="adj" fmla="val 470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4630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59480" y="22402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what you would not say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7889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out loud. Anything you stumble on goes.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280160"/>
            <a:ext cx="2590800" cy="2331720"/>
          </a:xfrm>
          <a:prstGeom prst="roundRect">
            <a:avLst>
              <a:gd name="adj" fmla="val 470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4630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78880" y="22402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first line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27889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situation your customer recognizes. Never a greeting.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 per post. Full rebuild needed? Prompt P10 with the post and the true detail.   Last ten minutes: peer swap in chat.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  |  40 min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to 1:15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posts done. Look at post one from this morning and post one now. That difference is you.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and Systemize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to 2:20  |  Workbook pages 16 to 18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seem to post constantly are not writing constantly. They are reusing. And they have a Monday.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5.1: One Idea, Three Formats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best post from the edit pass. Run Prompt P11.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script: first line under eight words. That is all anyone hears before they scroll.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one headline per slide. Story: two sentences from the job site.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video first line. Eight words or fewer.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a polished video from a plumber. They want the plumber. Phone against a coffee cup, forty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P11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post as a phone video script, a three-slide carousel, and a two-sentence story.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 |  20 min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5.2: The Edit Pass, Weeks 3 and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moves, faster: one true detail, cut, fix the first line.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 per post. Cannot fix it in three? It goes on the later list.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posts: read each out loud. Sounds like you? Tick it. If not, rewrite it in one line.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finished posts. Say the number out loud.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Twenty-five finished posts beat thirty half-finished 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P9 and P10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11 to 20 edited. Ten quick posts checked out loud.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  |  25 min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5.3: The Monday Routine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710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71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happened last week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007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conversation, Context Block, Prompt P12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664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093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pass: one true detail per post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0939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523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photos from the week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5237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953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five posts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535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198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comments with Prompt P13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two hours. On your calendar as a repeating appointment before you leave today.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P12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six steps with a day and time on each, and your answer to what will get in the way.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 |  15 min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and Commit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to 2:50  |  Workbook page 19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your screen is worth nothing until one post is live. So we do not leave until one is.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6.1: Post number one goes live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Week 1 post you are proudest of.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out loud once. Fix what you stumbled on. Add a photo if your platform wants one.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now, or schedule it for tomorrow at 7:30am. The button gets pressed today.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link in chat. Then schedule posts 2 through 5.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Frozen? What is the worst thing that happens if this goes up?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834640" cy="324612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 w="12700">
            <a:solidFill>
              <a:srgbClr val="FFE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prompt. Just the button.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live, or scheduled for 7:30am tomorrow. Posts 2 to 5 scheduled for this week.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2:25  |  15 min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6.2: Your 30-day commitment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next 30 days I will publish ____ posts per week on ____________, and I will run my Monday Routine every __________ at ______.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590800" cy="1691640"/>
          </a:xfrm>
          <a:prstGeom prst="roundRect">
            <a:avLst>
              <a:gd name="adj" fmla="val 648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0175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partner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43400"/>
            <a:ext cx="2225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on this call. Exchange numbers.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6600" y="2834640"/>
            <a:ext cx="2590800" cy="1691640"/>
          </a:xfrm>
          <a:prstGeom prst="roundRect">
            <a:avLst>
              <a:gd name="adj" fmla="val 648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9480" y="30175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94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79476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Monday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59480" y="4343400"/>
            <a:ext cx="2225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text. One word: "Posted."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0" y="2834640"/>
            <a:ext cx="2590800" cy="1691640"/>
          </a:xfrm>
          <a:prstGeom prst="roundRect">
            <a:avLst>
              <a:gd name="adj" fmla="val 6486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880" y="30175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8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379476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page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880" y="4343400"/>
            <a:ext cx="2225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read your sentence to the room.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  |  10 min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paragraph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Bank: 25 topics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Guide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decision and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content pillars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Block, tested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Idea Map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full posts, drafted and edited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quick posts, checked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in three extra formats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Routine, on your calendar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number one, live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Sheet, saved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who texts you Monday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gave you that. You built it. The machine typed.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0" y="47091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p.20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  |  10 min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want help keeping it going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decide today. Details are in chat and in tomorrow's email.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Done-With-You Content Sprint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minutes, one on one with Glenn. Your 90-day calendar built from the system you made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1EEE4"/>
          </a:solidFill>
          <a:ln w="12700">
            <a:solidFill>
              <a:srgbClr val="F1E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 / month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Membership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session every month, a content review, and this group. Cancel any time.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384048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3840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2:55  |  3 min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competitor is not more talented than you.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more visible.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today, that is no longer true. Tomorrow, post number two. Do not reread the calendar. Do not rebuild the system. Just publish the next one.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Glenn E. Daniels II  |  Touch Stone Publishers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Lab  |  Touch Stone Publishers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Touch Stone Publishers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Content Creation Lab</dc:title>
  <dc:subject>PptxGenJS Presentation</dc:subject>
  <dc:creator>Glenn E. Daniels II</dc:creator>
  <cp:lastModifiedBy>Glenn E. Daniels II</cp:lastModifiedBy>
  <cp:revision>1</cp:revision>
  <dcterms:created xsi:type="dcterms:W3CDTF">2026-09-02T10:58:15Z</dcterms:created>
  <dcterms:modified xsi:type="dcterms:W3CDTF">2026-09-02T10:58:15Z</dcterms:modified>
</cp:coreProperties>
</file>